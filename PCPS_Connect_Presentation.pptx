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 Jan" userId="6df4b0e6dd0e2e2e" providerId="LiveId" clId="{3B0413D2-D2F2-484E-A45E-9CBDD33312F8}"/>
    <pc:docChg chg="undo redo custSel modSld">
      <pc:chgData name="Pu Jan" userId="6df4b0e6dd0e2e2e" providerId="LiveId" clId="{3B0413D2-D2F2-484E-A45E-9CBDD33312F8}" dt="2026-08-18T05:51:13.163" v="38" actId="14100"/>
      <pc:docMkLst>
        <pc:docMk/>
      </pc:docMkLst>
      <pc:sldChg chg="addSp delSp mod">
        <pc:chgData name="Pu Jan" userId="6df4b0e6dd0e2e2e" providerId="LiveId" clId="{3B0413D2-D2F2-484E-A45E-9CBDD33312F8}" dt="2026-08-18T05:48:30.593" v="17" actId="22"/>
        <pc:sldMkLst>
          <pc:docMk/>
          <pc:sldMk cId="0" sldId="258"/>
        </pc:sldMkLst>
        <pc:picChg chg="add del">
          <ac:chgData name="Pu Jan" userId="6df4b0e6dd0e2e2e" providerId="LiveId" clId="{3B0413D2-D2F2-484E-A45E-9CBDD33312F8}" dt="2026-08-18T05:48:28.545" v="16" actId="478"/>
          <ac:picMkLst>
            <pc:docMk/>
            <pc:sldMk cId="0" sldId="258"/>
            <ac:picMk id="7" creationId="{00000000-0000-0000-0000-000000000000}"/>
          </ac:picMkLst>
        </pc:picChg>
        <pc:picChg chg="add del">
          <ac:chgData name="Pu Jan" userId="6df4b0e6dd0e2e2e" providerId="LiveId" clId="{3B0413D2-D2F2-484E-A45E-9CBDD33312F8}" dt="2026-08-18T05:48:26.711" v="15" actId="22"/>
          <ac:picMkLst>
            <pc:docMk/>
            <pc:sldMk cId="0" sldId="258"/>
            <ac:picMk id="12" creationId="{5A8001B6-FD82-F917-8DE5-200DD63D2E19}"/>
          </ac:picMkLst>
        </pc:picChg>
        <pc:picChg chg="add">
          <ac:chgData name="Pu Jan" userId="6df4b0e6dd0e2e2e" providerId="LiveId" clId="{3B0413D2-D2F2-484E-A45E-9CBDD33312F8}" dt="2026-08-18T05:48:30.593" v="17" actId="22"/>
          <ac:picMkLst>
            <pc:docMk/>
            <pc:sldMk cId="0" sldId="258"/>
            <ac:picMk id="14" creationId="{A3F02E64-116E-704B-A128-8CFFC58E16B7}"/>
          </ac:picMkLst>
        </pc:picChg>
      </pc:sldChg>
      <pc:sldChg chg="addSp delSp modSp mod">
        <pc:chgData name="Pu Jan" userId="6df4b0e6dd0e2e2e" providerId="LiveId" clId="{3B0413D2-D2F2-484E-A45E-9CBDD33312F8}" dt="2026-08-18T05:49:44.366" v="25" actId="1076"/>
        <pc:sldMkLst>
          <pc:docMk/>
          <pc:sldMk cId="0" sldId="259"/>
        </pc:sldMkLst>
        <pc:picChg chg="add del">
          <ac:chgData name="Pu Jan" userId="6df4b0e6dd0e2e2e" providerId="LiveId" clId="{3B0413D2-D2F2-484E-A45E-9CBDD33312F8}" dt="2026-08-18T05:48:21.853" v="13" actId="21"/>
          <ac:picMkLst>
            <pc:docMk/>
            <pc:sldMk cId="0" sldId="259"/>
            <ac:picMk id="7" creationId="{00000000-0000-0000-0000-000000000000}"/>
          </ac:picMkLst>
        </pc:picChg>
        <pc:picChg chg="add mod">
          <ac:chgData name="Pu Jan" userId="6df4b0e6dd0e2e2e" providerId="LiveId" clId="{3B0413D2-D2F2-484E-A45E-9CBDD33312F8}" dt="2026-08-18T05:49:44.366" v="25" actId="1076"/>
          <ac:picMkLst>
            <pc:docMk/>
            <pc:sldMk cId="0" sldId="259"/>
            <ac:picMk id="11" creationId="{23CCDB56-CFB4-0A2C-657F-5ED433EF1F62}"/>
          </ac:picMkLst>
        </pc:picChg>
      </pc:sldChg>
      <pc:sldChg chg="addSp delSp modSp mod">
        <pc:chgData name="Pu Jan" userId="6df4b0e6dd0e2e2e" providerId="LiveId" clId="{3B0413D2-D2F2-484E-A45E-9CBDD33312F8}" dt="2026-08-18T05:51:13.163" v="38" actId="14100"/>
        <pc:sldMkLst>
          <pc:docMk/>
          <pc:sldMk cId="0" sldId="260"/>
        </pc:sldMkLst>
        <pc:picChg chg="del">
          <ac:chgData name="Pu Jan" userId="6df4b0e6dd0e2e2e" providerId="LiveId" clId="{3B0413D2-D2F2-484E-A45E-9CBDD33312F8}" dt="2026-08-18T05:46:00.996" v="1" actId="21"/>
          <ac:picMkLst>
            <pc:docMk/>
            <pc:sldMk cId="0" sldId="260"/>
            <ac:picMk id="7" creationId="{00000000-0000-0000-0000-000000000000}"/>
          </ac:picMkLst>
        </pc:picChg>
        <pc:picChg chg="add del mod">
          <ac:chgData name="Pu Jan" userId="6df4b0e6dd0e2e2e" providerId="LiveId" clId="{3B0413D2-D2F2-484E-A45E-9CBDD33312F8}" dt="2026-08-18T05:50:26.160" v="30" actId="21"/>
          <ac:picMkLst>
            <pc:docMk/>
            <pc:sldMk cId="0" sldId="260"/>
            <ac:picMk id="11" creationId="{53170B12-5917-8F2C-9E53-DD05305BA332}"/>
          </ac:picMkLst>
        </pc:picChg>
        <pc:picChg chg="add mod">
          <ac:chgData name="Pu Jan" userId="6df4b0e6dd0e2e2e" providerId="LiveId" clId="{3B0413D2-D2F2-484E-A45E-9CBDD33312F8}" dt="2026-08-18T05:51:13.163" v="38" actId="14100"/>
          <ac:picMkLst>
            <pc:docMk/>
            <pc:sldMk cId="0" sldId="260"/>
            <ac:picMk id="13" creationId="{770CB434-69F8-C497-EDAF-415EC6BF6825}"/>
          </ac:picMkLst>
        </pc:picChg>
      </pc:sldChg>
      <pc:sldChg chg="addSp delSp modSp mod">
        <pc:chgData name="Pu Jan" userId="6df4b0e6dd0e2e2e" providerId="LiveId" clId="{3B0413D2-D2F2-484E-A45E-9CBDD33312F8}" dt="2026-08-18T05:50:32.543" v="32" actId="1076"/>
        <pc:sldMkLst>
          <pc:docMk/>
          <pc:sldMk cId="0" sldId="261"/>
        </pc:sldMkLst>
        <pc:picChg chg="add del">
          <ac:chgData name="Pu Jan" userId="6df4b0e6dd0e2e2e" providerId="LiveId" clId="{3B0413D2-D2F2-484E-A45E-9CBDD33312F8}" dt="2026-08-18T05:47:15.109" v="8" actId="21"/>
          <ac:picMkLst>
            <pc:docMk/>
            <pc:sldMk cId="0" sldId="261"/>
            <ac:picMk id="7" creationId="{00000000-0000-0000-0000-000000000000}"/>
          </ac:picMkLst>
        </pc:picChg>
        <pc:picChg chg="add del">
          <ac:chgData name="Pu Jan" userId="6df4b0e6dd0e2e2e" providerId="LiveId" clId="{3B0413D2-D2F2-484E-A45E-9CBDD33312F8}" dt="2026-08-18T05:46:24.799" v="3" actId="22"/>
          <ac:picMkLst>
            <pc:docMk/>
            <pc:sldMk cId="0" sldId="261"/>
            <ac:picMk id="12" creationId="{F112DDCD-AF49-DB69-9523-2143DA9996C8}"/>
          </ac:picMkLst>
        </pc:picChg>
        <pc:picChg chg="add del">
          <ac:chgData name="Pu Jan" userId="6df4b0e6dd0e2e2e" providerId="LiveId" clId="{3B0413D2-D2F2-484E-A45E-9CBDD33312F8}" dt="2026-08-18T05:46:48.437" v="6" actId="22"/>
          <ac:picMkLst>
            <pc:docMk/>
            <pc:sldMk cId="0" sldId="261"/>
            <ac:picMk id="14" creationId="{9434E72D-F127-F153-53B6-2755658D33EF}"/>
          </ac:picMkLst>
        </pc:picChg>
        <pc:picChg chg="add mod">
          <ac:chgData name="Pu Jan" userId="6df4b0e6dd0e2e2e" providerId="LiveId" clId="{3B0413D2-D2F2-484E-A45E-9CBDD33312F8}" dt="2026-08-18T05:50:32.543" v="32" actId="1076"/>
          <ac:picMkLst>
            <pc:docMk/>
            <pc:sldMk cId="0" sldId="261"/>
            <ac:picMk id="16" creationId="{27BEB88B-1DF2-20B8-40E9-D965718059C5}"/>
          </ac:picMkLst>
        </pc:picChg>
      </pc:sldChg>
      <pc:sldChg chg="modSp mod">
        <pc:chgData name="Pu Jan" userId="6df4b0e6dd0e2e2e" providerId="LiveId" clId="{3B0413D2-D2F2-484E-A45E-9CBDD33312F8}" dt="2026-08-18T04:13:17.524" v="0" actId="20577"/>
        <pc:sldMkLst>
          <pc:docMk/>
          <pc:sldMk cId="0" sldId="263"/>
        </pc:sldMkLst>
        <pc:spChg chg="mod">
          <ac:chgData name="Pu Jan" userId="6df4b0e6dd0e2e2e" providerId="LiveId" clId="{3B0413D2-D2F2-484E-A45E-9CBDD33312F8}" dt="2026-08-18T04:13:17.524" v="0" actId="20577"/>
          <ac:spMkLst>
            <pc:docMk/>
            <pc:sldMk cId="0" sldId="263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486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5F7FF"/>
                </a:solidFill>
                <a:latin typeface="Aptos Display"/>
              </a:defRPr>
            </a:pPr>
            <a:r>
              <a:rPr dirty="0"/>
              <a:t>PCPS Connect</a:t>
            </a:r>
          </a:p>
          <a:p>
            <a:pPr>
              <a:defRPr sz="2400">
                <a:solidFill>
                  <a:srgbClr val="B2A2FF"/>
                </a:solidFill>
                <a:latin typeface="Aptos"/>
              </a:defRPr>
            </a:pPr>
            <a:r>
              <a:rPr dirty="0"/>
              <a:t>Club &amp; Event Management System</a:t>
            </a:r>
          </a:p>
          <a:p>
            <a:pPr>
              <a:defRPr sz="1500">
                <a:solidFill>
                  <a:srgbClr val="A3AEC9"/>
                </a:solidFill>
                <a:latin typeface="Aptos"/>
              </a:defRPr>
            </a:pPr>
            <a:r>
              <a:rPr dirty="0"/>
              <a:t>MERN Stack Individual Assignment</a:t>
            </a:r>
          </a:p>
        </p:txBody>
      </p:sp>
      <p:pic>
        <p:nvPicPr>
          <p:cNvPr id="5" name="Picture 4" descr="2a82d1fc-0258-49fc-9681-3d162a7d27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77240"/>
            <a:ext cx="530352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525780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F"/>
                </a:solidFill>
                <a:latin typeface="Aptos"/>
              </a:defRPr>
            </a:pPr>
            <a:r>
              <a:t>Patan College of Professional Studies</a:t>
            </a:r>
          </a:p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Presented by Pujan Rasaili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One platform for PCPS students to discover, join and participate.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Centralized platform for college clubs and events</a:t>
            </a:r>
          </a:p>
          <a:p>
            <a:pPr>
              <a:spcAft>
                <a:spcPts val="12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Students can discover clubs and join based on interests</a:t>
            </a:r>
          </a:p>
          <a:p>
            <a:pPr>
              <a:spcAft>
                <a:spcPts val="12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Browse, search and register for upcoming events</a:t>
            </a:r>
          </a:p>
          <a:p>
            <a:pPr>
              <a:spcAft>
                <a:spcPts val="12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Personal dashboard to track participation</a:t>
            </a:r>
          </a:p>
          <a:p>
            <a:pPr>
              <a:spcAft>
                <a:spcPts val="12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Secure authentication with student/admin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49240" cy="4251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2a82d1fc-0258-49fc-9681-3d162a7d27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563624"/>
            <a:ext cx="5239512" cy="41422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5349240"/>
            <a:ext cx="1508760" cy="347472"/>
          </a:xfrm>
          <a:prstGeom prst="round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Club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Explore communities across Technology, Business, Arts and Sports.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7315200" cy="4800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60020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Search clubs by name</a:t>
            </a:r>
          </a:p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Filter by category</a:t>
            </a:r>
          </a:p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Join or leave a club</a:t>
            </a:r>
          </a:p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Favorite clubs</a:t>
            </a:r>
          </a:p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View club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5074920"/>
            <a:ext cx="1143000" cy="347472"/>
          </a:xfrm>
          <a:prstGeom prst="round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4" name="Picture 13" descr="Screenshot 2026-08-18 094507.png">
            <a:extLst>
              <a:ext uri="{FF2B5EF4-FFF2-40B4-BE49-F238E27FC236}">
                <a16:creationId xmlns:a16="http://schemas.microsoft.com/office/drawing/2014/main" id="{A3F02E64-116E-704B-A128-8CFFC58E1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472184"/>
            <a:ext cx="7205472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Event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Find workshops, seminars, contests and other PCPS activities.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7315200" cy="4800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5544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Search and category filters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Event date and location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Live registration capacity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Free and paid events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Register / unregister through event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5166360"/>
            <a:ext cx="1234440" cy="347472"/>
          </a:xfrm>
          <a:prstGeom prst="round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CCDB56-CFB4-0A2C-657F-5ED433EF1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35" y="1580726"/>
            <a:ext cx="7002449" cy="44737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Student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A personal overview of each student's involvement at PCPS.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7498079" cy="4800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6002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Registered and attended events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Favorite club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Upcoming registrations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Participation-by-month chart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Events-by-category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5166360"/>
            <a:ext cx="1417320" cy="347472"/>
          </a:xfrm>
          <a:prstGeom prst="round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0CB434-69F8-C497-EDAF-415EC6BF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00200"/>
            <a:ext cx="7297937" cy="444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Contact &amp;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A complete student-facing experience beyond clubs and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7452360" cy="4800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16002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College address and contact details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Office hours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Contact form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Integrated map and directions</a:t>
            </a:r>
          </a:p>
          <a:p>
            <a:pPr>
              <a:spcAft>
                <a:spcPts val="1200"/>
              </a:spcAft>
              <a:defRPr sz="1700">
                <a:solidFill>
                  <a:srgbClr val="F5F7FF"/>
                </a:solidFill>
                <a:latin typeface="Aptos"/>
              </a:defRPr>
            </a:pPr>
            <a:r>
              <a:t>• Responsive dark-mode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5166360"/>
            <a:ext cx="1234440" cy="347472"/>
          </a:xfrm>
          <a:prstGeom prst="round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BEB88B-1DF2-20B8-40E9-D96571805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5" y="1600200"/>
            <a:ext cx="7164489" cy="45489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Technology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Built as a full-stack MERN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49240" cy="4343400"/>
          </a:xfrm>
          <a:prstGeom prst="roundRect">
            <a:avLst/>
          </a:prstGeom>
          <a:solidFill>
            <a:srgbClr val="0F172A"/>
          </a:solidFill>
          <a:ln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349240" cy="4343400"/>
          </a:xfrm>
          <a:prstGeom prst="roundRect">
            <a:avLst/>
          </a:prstGeom>
          <a:solidFill>
            <a:srgbClr val="0F172A"/>
          </a:solidFill>
          <a:ln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634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A2FF"/>
                </a:solidFill>
              </a:defRPr>
            </a:pPr>
            <a:r>
              <a:t>FRONTEND</a:t>
            </a:r>
          </a:p>
          <a:p>
            <a:pPr>
              <a:spcAft>
                <a:spcPts val="900"/>
              </a:spcAft>
              <a:defRPr sz="1700">
                <a:solidFill>
                  <a:srgbClr val="F5F7FF"/>
                </a:solidFill>
              </a:defRPr>
            </a:pPr>
            <a:r>
              <a:t>• React 18</a:t>
            </a:r>
          </a:p>
          <a:p>
            <a:pPr>
              <a:spcAft>
                <a:spcPts val="900"/>
              </a:spcAft>
              <a:defRPr sz="1700">
                <a:solidFill>
                  <a:srgbClr val="F5F7FF"/>
                </a:solidFill>
              </a:defRPr>
            </a:pPr>
            <a:r>
              <a:t>• React Router</a:t>
            </a:r>
          </a:p>
          <a:p>
            <a:pPr>
              <a:spcAft>
                <a:spcPts val="900"/>
              </a:spcAft>
              <a:defRPr sz="1700">
                <a:solidFill>
                  <a:srgbClr val="F5F7FF"/>
                </a:solidFill>
              </a:defRPr>
            </a:pPr>
            <a:r>
              <a:t>• Tailwind CSS</a:t>
            </a:r>
          </a:p>
          <a:p>
            <a:pPr>
              <a:spcAft>
                <a:spcPts val="900"/>
              </a:spcAft>
              <a:defRPr sz="1700">
                <a:solidFill>
                  <a:srgbClr val="F5F7FF"/>
                </a:solidFill>
              </a:defRPr>
            </a:pPr>
            <a:r>
              <a:t>• Axios</a:t>
            </a:r>
          </a:p>
          <a:p>
            <a:pPr>
              <a:spcAft>
                <a:spcPts val="900"/>
              </a:spcAft>
              <a:defRPr sz="1700">
                <a:solidFill>
                  <a:srgbClr val="F5F7FF"/>
                </a:solidFill>
              </a:defRPr>
            </a:pPr>
            <a:r>
              <a:t>• Recharts</a:t>
            </a:r>
          </a:p>
          <a:p>
            <a:pPr>
              <a:spcAft>
                <a:spcPts val="900"/>
              </a:spcAft>
              <a:defRPr sz="1700">
                <a:solidFill>
                  <a:srgbClr val="F5F7FF"/>
                </a:solidFill>
              </a:defRPr>
            </a:pPr>
            <a:r>
              <a:t>• React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A2FF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700">
                <a:solidFill>
                  <a:srgbClr val="F5F7FF"/>
                </a:solidFill>
              </a:defRPr>
            </a:pPr>
            <a:r>
              <a:t>• Node.js + Express</a:t>
            </a:r>
          </a:p>
          <a:p>
            <a:pPr>
              <a:spcAft>
                <a:spcPts val="800"/>
              </a:spcAft>
              <a:defRPr sz="1700">
                <a:solidFill>
                  <a:srgbClr val="F5F7FF"/>
                </a:solidFill>
              </a:defRPr>
            </a:pPr>
            <a:r>
              <a:t>• MongoDB + Mongoose</a:t>
            </a:r>
          </a:p>
          <a:p>
            <a:pPr>
              <a:spcAft>
                <a:spcPts val="800"/>
              </a:spcAft>
              <a:defRPr sz="1700">
                <a:solidFill>
                  <a:srgbClr val="F5F7FF"/>
                </a:solidFill>
              </a:defRPr>
            </a:pPr>
            <a:r>
              <a:t>• JWT authentication</a:t>
            </a:r>
          </a:p>
          <a:p>
            <a:pPr>
              <a:spcAft>
                <a:spcPts val="800"/>
              </a:spcAft>
              <a:defRPr sz="1700">
                <a:solidFill>
                  <a:srgbClr val="F5F7FF"/>
                </a:solidFill>
              </a:defRPr>
            </a:pPr>
            <a:r>
              <a:t>• HTTP-only cookies</a:t>
            </a:r>
          </a:p>
          <a:p>
            <a:pPr>
              <a:spcAft>
                <a:spcPts val="800"/>
              </a:spcAft>
              <a:defRPr sz="1700">
                <a:solidFill>
                  <a:srgbClr val="F5F7FF"/>
                </a:solidFill>
              </a:defRPr>
            </a:pPr>
            <a:r>
              <a:t>• bcrypt password hashing</a:t>
            </a:r>
          </a:p>
          <a:p>
            <a:pPr>
              <a:spcAft>
                <a:spcPts val="800"/>
              </a:spcAft>
              <a:defRPr sz="1700">
                <a:solidFill>
                  <a:srgbClr val="F5F7FF"/>
                </a:solidFill>
              </a:defRPr>
            </a:pPr>
            <a:r>
              <a:t>• Multer file uploads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Key Features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EC9"/>
                </a:solidFill>
                <a:latin typeface="Aptos"/>
              </a:defRPr>
            </a:pPr>
            <a:r>
              <a:t>Core functionality implemented across the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691639"/>
            <a:ext cx="4461221" cy="8720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A2FF"/>
                </a:solidFill>
              </a:defRPr>
            </a:pPr>
            <a:r>
              <a:rPr dirty="0"/>
              <a:t>AUTHENTICATION</a:t>
            </a:r>
          </a:p>
          <a:p>
            <a:pPr>
              <a:spcBef>
                <a:spcPts val="800"/>
              </a:spcBef>
              <a:defRPr sz="1400">
                <a:solidFill>
                  <a:srgbClr val="F5F7FF"/>
                </a:solidFill>
              </a:defRPr>
            </a:pPr>
            <a:r>
              <a:rPr dirty="0"/>
              <a:t>Register, login, logout and session persistence using JWT + </a:t>
            </a:r>
            <a:br>
              <a:rPr lang="en-US" dirty="0"/>
            </a:br>
            <a:r>
              <a:rPr dirty="0"/>
              <a:t>HTTP-only cookies.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691639"/>
            <a:ext cx="46634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A2FF"/>
                </a:solidFill>
              </a:defRPr>
            </a:pPr>
            <a:r>
              <a:t>AUTHORIZATION</a:t>
            </a:r>
          </a:p>
          <a:p>
            <a:pPr>
              <a:spcBef>
                <a:spcPts val="800"/>
              </a:spcBef>
              <a:defRPr sz="1400">
                <a:solidFill>
                  <a:srgbClr val="F5F7FF"/>
                </a:solidFill>
              </a:defRPr>
            </a:pPr>
            <a:r>
              <a:t>Protected API routes with student and admin roles.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21208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840480"/>
            <a:ext cx="46634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A2FF"/>
                </a:solidFill>
              </a:defRPr>
            </a:pPr>
            <a:r>
              <a:t>DATA MANAGEMENT</a:t>
            </a:r>
          </a:p>
          <a:p>
            <a:pPr>
              <a:spcBef>
                <a:spcPts val="800"/>
              </a:spcBef>
              <a:defRPr sz="1400">
                <a:solidFill>
                  <a:srgbClr val="F5F7FF"/>
                </a:solidFill>
              </a:defRPr>
            </a:pPr>
            <a:r>
              <a:t>MongoDB stores users, clubs, events and participation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1208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3840480"/>
            <a:ext cx="46634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A2FF"/>
                </a:solidFill>
              </a:defRPr>
            </a:pPr>
            <a:r>
              <a:t>RESPONSIVE UI</a:t>
            </a:r>
          </a:p>
          <a:p>
            <a:pPr>
              <a:spcBef>
                <a:spcPts val="800"/>
              </a:spcBef>
              <a:defRPr sz="1400">
                <a:solidFill>
                  <a:srgbClr val="F5F7FF"/>
                </a:solidFill>
              </a:defRPr>
            </a:pPr>
            <a:r>
              <a:t>Tailwind CSS interface with dark mode and responsive layouts.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3AEC9"/>
                </a:solidFill>
              </a:defRPr>
            </a:pPr>
            <a:r>
              <a:t>Future: Admin dashboard UI • Pagination • Email event reminders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634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5F7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B2A2FF"/>
                </a:solidFill>
              </a:defRPr>
            </a:pPr>
            <a:r>
              <a:t>PCPS Connect — Club &amp; Event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3429000"/>
            <a:ext cx="6263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Full-stack MERN application</a:t>
            </a:r>
          </a:p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Designed for PCPS student engagement</a:t>
            </a:r>
          </a:p>
          <a:p>
            <a:pPr>
              <a:spcAft>
                <a:spcPts val="1200"/>
              </a:spcAft>
              <a:defRPr sz="1800">
                <a:solidFill>
                  <a:srgbClr val="F5F7FF"/>
                </a:solidFill>
                <a:latin typeface="Aptos"/>
              </a:defRPr>
            </a:pPr>
            <a:r>
              <a:t>• Clubs • Events • Registration • Dashboard •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3AEC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382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 Jan</cp:lastModifiedBy>
  <cp:revision>1</cp:revision>
  <dcterms:created xsi:type="dcterms:W3CDTF">2013-01-27T09:14:16Z</dcterms:created>
  <dcterms:modified xsi:type="dcterms:W3CDTF">2026-08-18T05:51:43Z</dcterms:modified>
  <cp:category/>
</cp:coreProperties>
</file>